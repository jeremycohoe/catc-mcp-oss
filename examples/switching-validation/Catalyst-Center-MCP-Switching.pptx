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64008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CISCO  |  TECHNICAL MARKETING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5000" b="1">
                <a:solidFill>
                  <a:srgbClr val="FFFFFF"/>
                </a:solidFill>
                <a:latin typeface="Calibri"/>
              </a:rPr>
              <a:t>Catalyst Center MCP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400" b="0">
                <a:solidFill>
                  <a:srgbClr val="C9DAEE"/>
                </a:solidFill>
                <a:latin typeface="Calibri"/>
              </a:rPr>
              <a:t>Switching Management — Capabilities, Validation &amp; Enablement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0BCEB"/>
                </a:solidFill>
                <a:latin typeface="Calibri"/>
              </a:rPr>
              <a:t>Official Cisco DevNet OSS server: cisco-en-programmability/catc-mcp-oss  (release/2.3.7.11)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9DAEE"/>
                </a:solidFill>
                <a:latin typeface="Calibri"/>
              </a:rPr>
              <a:t>Validated live against jcohoe-dnac.cisco.com — Catalyst Center 2.3.7.11.71047.100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4480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48056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Context &amp; capability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What the Catalyst Center MCP 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Headline finding: a read-centric switching surface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What it CAN do (validated live)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What it CANNOT do (2.3.7.11 gaps)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Tool catalog by switching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4480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448056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Proof, deployment &amp; next steps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Live evidence from a real switch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Write submission and observed no-op outcome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Architecture, deployment &amp; security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Demo playbook of switching use cases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Enhancement asks for Product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the Catalyst Center MCP Server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2860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228600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16636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Model Context Protocol (MCP)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Open standard letting AI clients discover &amp; call structured tools at runtime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Client picks a tool, supplies params; server authenticates to CatC and returns the result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Clients can chain tools to answer broader operational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228600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catc-mcp-oss (official DevNet OSS)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Standalone Docker/Python server over streamable HTTP or STDIO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Exposes a versioned bundle of generated CatC API tools, pinned to a release branch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The baseline we will use for enhancement requests to Product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11247120" cy="2194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40480"/>
            <a:ext cx="82296" cy="219456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950208"/>
            <a:ext cx="10927080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How it fits switching operations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Any MCP client (VS Code, Claude, Cursor, Codex) → MCP server → Catalyst Center REST APIs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One server handles many switching data queries with no custom per-API integration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Capability ceiling = the API operations promoted for your controller's release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HEADLINE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 Read-Centric Switching Surface (Release 2.3.7.11)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57600" cy="155448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365760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515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tools in the bundle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7" y="1371600"/>
            <a:ext cx="3657600" cy="155448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7" y="1481328"/>
            <a:ext cx="365760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514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7" y="2395728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READ (GET)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4" y="1371600"/>
            <a:ext cx="3657600" cy="155448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4" y="1481328"/>
            <a:ext cx="365760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4" y="2395728"/>
            <a:ext cx="3657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WRITE (POST) 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00400"/>
            <a:ext cx="11247120" cy="28346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82296" cy="283464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10128"/>
            <a:ext cx="10927080" cy="2651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What this means for switching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For 2.3.7.11 the MCP is effectively a VISIBILITY / ASSURANCE / AUDIT surface for switching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The single write tool in the entire bundle is compliance remediation (POST)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 tools for VLAN/interface config, provisioning, SDA fabric edits, SWIM activate, template deploy, or command-runner execution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Safety is governed by the service account's RBAC — the MCP adds NO read-only enforcement or auth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TOOL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Switching Tools by Category (Read vs Write)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47120" cy="402336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325880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325880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Read / Write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28216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Inventory &amp; device detail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728216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~98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728216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30552"/>
            <a:ext cx="11247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130552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Interfaces &amp; VLANs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130552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130552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32888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532888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Assurance &amp; 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532888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~34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532888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35224"/>
            <a:ext cx="11247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935224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Sites &amp; topology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935224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935224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37560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337560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Templates &amp; provisioning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337560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~39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337560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(read only)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39896"/>
            <a:ext cx="11247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39896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SDA / fabric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3739896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739896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(read only)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42232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142232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Config compliance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142232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142232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C87A00"/>
                </a:solidFill>
                <a:latin typeface="Calibri"/>
              </a:rPr>
              <a:t>6 GET + 1 WRITE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544568"/>
            <a:ext cx="11247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544568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Command runner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544568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4544568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catalog only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46904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946904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SWIM / software images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4946904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4946904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(read only)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49240"/>
            <a:ext cx="1124712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349240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PnP / Day-0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349240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5349240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(read only)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751576"/>
            <a:ext cx="11247120" cy="402336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5751576"/>
            <a:ext cx="64008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D274D"/>
                </a:solidFill>
                <a:latin typeface="Calibri"/>
              </a:rPr>
              <a:t>Config archive &amp; audit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5751576"/>
            <a:ext cx="164592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5751576"/>
            <a:ext cx="2743200" cy="40233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9D57"/>
                </a:solidFill>
                <a:latin typeface="Calibri"/>
              </a:rPr>
              <a:t>GET (read only)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D274D"/>
                </a:solidFill>
                <a:latin typeface="Calibri"/>
              </a:rPr>
              <a:t>515 tools total across the bundle — exactly one is a write operation (compliance remediation).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CAPABILITIES —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Validated Live Against the Lab (Reads)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41148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11480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Inventory, interfaces &amp; config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Full device inventory — 36 devices (18 switches)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Per-device detail: model, IOS-XE, role, uptime, reachability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Stack &amp; stack-port detail, chassis / line-card / PoE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Interfaces: count, mode, speed/duplex, admin/oper (52 on C9300)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Per-device VLANs / SVIs with IP &amp; prefix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Running-config retrieval (59 KB pulled live)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41148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411480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Assurance, compliance &amp; lifecycle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Device &amp; assurance health (30 records)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Compliance posture — 13/18 switches NON_COMPLIANT found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Per-device compliance detail (RUNNING_CONFIG, IMAGE, PSIRT, EOX)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Sites / topology, SDA provisioned devices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SWIM image repository list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PSIRT advisories, field notices, bugs, EoX per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D274D"/>
                </a:solidFill>
                <a:latin typeface="Calibri"/>
              </a:rPr>
              <a:t>All items above were executed against the live controller via a Python MCP client and returned real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LIVE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Real Switch Data Pulled Through the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274320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JCOHOE-C9300-TOR1.cisco.com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Platform: C9300-24UX  ·  IOS-XE 26.01.1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Role: ACCESS  ·  Uptime: 89 days  ·  Reachable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Serial: FCW2134L0VB  ·  Stack: ACTIVE member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Interfaces: 52  ·  Running-config: 59 KB retrieved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274320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VLANs / SVIs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Vlan301 → 10.85.134.193/26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Vlan311 → 10.85.134.65/26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Vlan302 → 10.85.134.129/26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Vlan696 → 192.168.199.2/24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5577840" cy="17373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82296" cy="173736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407408"/>
            <a:ext cx="52578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Interface sample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AppGigabitEthernet1/0/1 — up, trunk, 1G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FortyGigabitEthernet1/1/1 — down, dynamic_auto, 40G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297680"/>
            <a:ext cx="5486400" cy="17373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297680"/>
            <a:ext cx="82296" cy="173736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4407408"/>
            <a:ext cx="516636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Fleet compliance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18 switches · 13 NON_COMPLIANT found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Categories: RUNNING_CONFIG / IMAGE / PSIRT / EOX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EVIDENCE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514 GET Definitions: 437 Invoked, 77 Skipped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715768" cy="146304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715768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229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27157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classifier: 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371600"/>
            <a:ext cx="2715768" cy="146304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63040"/>
            <a:ext cx="2715768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86000"/>
            <a:ext cx="27157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classifier: EMPTY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715768" cy="146304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463040"/>
            <a:ext cx="2715768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286000"/>
            <a:ext cx="27157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classifier: API_ERR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715768" cy="1463040"/>
          </a:xfrm>
          <a:prstGeom prst="rect">
            <a:avLst/>
          </a:prstGeom>
          <a:solidFill>
            <a:srgbClr val="535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463040"/>
            <a:ext cx="2715768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286000"/>
            <a:ext cx="2715768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SKIPPED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08960"/>
            <a:ext cx="11247120" cy="29260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108960"/>
            <a:ext cx="82296" cy="292608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18688"/>
            <a:ext cx="1092708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What this gives you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277 calls labeled OK or EMPTY; these are harvest labels, not end-to-end acceptance results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Examples span inventory, interfaces, VLANs, running-config, health, compliance, SWIM, SDA, PnP, advisories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Generic argument resolution can choose the wrong entity type; failures require individual investigation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77 tools were not called because required inputs were unresolved; no success claim for those tools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Appendix samples may be truncated; use live schemas and dated acceptance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CAPABILITIES — CANNOT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Switching Gaps in the 2.3.7.11 Bundle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47120" cy="47548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Configure interfaces / 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25880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interface tools are GET-only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01368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01368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Create / modify / delete VLANs &amp; SVIs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01368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VLAN tools are read-only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76856"/>
            <a:ext cx="11247120" cy="47548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76856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Deploy config templates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276856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in this bundle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2344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752344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Provision / re-provision a switch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752344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provisioning is read-only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27832"/>
            <a:ext cx="11247120" cy="47548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27832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SDA fabric create/modify (handoff, segmentation)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227832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fabric tools read-only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703320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SWIM distribute / activate / golden image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03320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only image list/summary GETs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78808"/>
            <a:ext cx="11247120" cy="47548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78808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PnP claim / onboard device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178808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PnP tools read-only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54296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654296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Run show/CLI commands (command runner exec)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654296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Not available — only legit-reads catalog is bundled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29784"/>
            <a:ext cx="11247120" cy="47548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129784"/>
            <a:ext cx="51206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D274D"/>
                </a:solidFill>
                <a:latin typeface="Calibri"/>
              </a:rPr>
              <a:t>api_sdaFabricSitesReadiness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129784"/>
            <a:ext cx="576072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02A2A"/>
                </a:solidFill>
                <a:latin typeface="Calibri"/>
              </a:rPr>
              <a:t>HTTP 404 observed in this lab; cause not established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DEMO — THE ONE WRITE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Compliance Remediation: Submission and Observed No-Op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2194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219456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Tool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api_complianceRemediation  (POST)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Path: /compliance/networkDevices/{id}/issues/remediation/provision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Required args: id (device UUID) + Content-Type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Warning: fixing mismatches can cause a network flap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194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219456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Validated result (VNC2-SPINE1)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Call returned an async taskId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Task progress: SUCCESS, isError: false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'Nothing to be remediated' in this one test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Task outcome checked through direct REST, outside MCP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11247120" cy="22860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82296" cy="228600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858767"/>
            <a:ext cx="1092708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Operational takeaways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This is the ONLY mutating action in the switching surface for 2.3.7.11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 dry-run / change-preview exists — gate it behind change control &amp; human approval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 configuration-changing remediation was demonstrated; not every category is supported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No-op is not a safety guarantee; read-only RBAC denies writes, not tool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Deployment &amp;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2377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237744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Runtime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Docker image or native Python 3.11+ (uvicorn)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Streamable HTTP endpoint: /v1/mcp  (also STDIO)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Health /v1/health · Readiness /v1/readiness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Config via env: CATALYST_CENTER_HOST/USERNAME/PASSWORD/VERIFY_SSL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2377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2377440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Clients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VS Code (.vscode/mcp.json)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Claude Desktop / Cursor (mcpServers url)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Codex (config.toml)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Any custom MCP client (e.g. fastmcp)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11247120" cy="21031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82296" cy="210312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41648"/>
            <a:ext cx="10927080" cy="1920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Validation environment used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Controller: jcohoe-dnac.cisco.com (10.85.134.108), CatC 2.3.7.11.71047.100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Server run natively via uv-managed Python 3.12; MCP driven by a Python fastmcp client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Self-signed lab cert → VERIFY_SSL=false (use true + managed certs in production)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SECURITY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Governing the Surface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42062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20624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C02A2A"/>
                </a:solidFill>
                <a:latin typeface="Calibri"/>
              </a:rPr>
              <a:t>Key facts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MCP has NO read-only enforcement and NO authorization layer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Every tool runs with the configured account's RBAC permissions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Treat any connected client as able to call any bundled op the account allows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 multi-controller fan-out; one controller per server instance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Inspect actual client result structure; decode nested JSON only when needed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42062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4206240"/>
          </a:xfrm>
          <a:prstGeom prst="rect">
            <a:avLst/>
          </a:prstGeom>
          <a:solidFill>
            <a:srgbClr val="1A9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Recommended controls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Bind a DEDICATED, LEAST-PRIVILEGE account (read-only for visibility)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Keep the endpoint private; TLS at ingress; VERIFY_SSL=true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State explicit 'do not change' boundaries in prompts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Gate the remediation write tool behind change control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Pin the release branch to the controller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DEMO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Switching Use Cases to Show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4663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66344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10927080" cy="4480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Each maps to specific bundled tools (see the playbook)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Switch inventory &amp; lifecycle (model, IOS-XE, EoX, reachability)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Interface &amp; VLAN audit for a specific switch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Running-config retrieval + config-archive versions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Switch health &amp; assurance triage by site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Compliance posture: who is NON_COMPLIANT and why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SWIM image posture (read) &amp; SDA fabric visibility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PSIRT advisories / field notices / bugs per switch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Command-runner allowed-keywords catalog (read)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Compliance remediation (WRITE) — with change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PRODUCT 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Candidate Enhancement Requests for PM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46634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66344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10927080" cy="4480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Prioritized for the official OSS server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Switching day-N WRITE tools: interface/VLAN/portchannel, template deploy, provisioning, SDA fabric edits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Command-runner EXECUTION (read-only show) — catalog is exposed but execution is not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Server-side read-only mode / tool allow-list (safety independent of account RBAC)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Dry-run / change-preview for mutating tools (esp. remediation flap)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Release compatibility checks — investigate lab 404s before declaring unsupported endpoints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Typed output and clear pagination/record-grain contracts; preserve errors and source times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CEB"/>
                </a:solidFill>
                <a:latin typeface="Calibri"/>
              </a:rPr>
              <a:t>FOLLOW-UP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247120" cy="60350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Evidence Strength and Open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4480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82296" cy="4480560"/>
          </a:xfrm>
          <a:prstGeom prst="rect">
            <a:avLst/>
          </a:prstGeom>
          <a:solidFill>
            <a:srgbClr val="0051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52578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Reproduced GET response observations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Health: 61 rows, 30 unique UUIDs, totalCount=30; repeated rows equal within UUID groups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Health ten-row requests overlap; preserve page boundaries rather than assuming coverage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Compliance: 26 category records for 17 devices; repeated device IDs are not necessarily duplicate findings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Six bounded GET probes saved with arguments, timestamps and structured payloads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486400" cy="4480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82296" cy="4480560"/>
          </a:xfrm>
          <a:prstGeom prst="rect">
            <a:avLst/>
          </a:prstGeom>
          <a:solidFill>
            <a:srgbClr val="C8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481328"/>
            <a:ext cx="516636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0D274D"/>
                </a:solidFill>
                <a:latin typeface="Calibri"/>
              </a:rPr>
              <a:t>Claims and next decisions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The original 26 examples have narrative observations, not complete acceptance traces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Five handoff workflows passed: 46 GET calls, 18 switches, 52 interfaces, 14 site members; Python client only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No configuration-changing remediation demonstrated; current review stops before execution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535A63"/>
                </a:solidFill>
                <a:latin typeface="Calibri"/>
              </a:rPr>
              <a:t>•  Separate missing tools, lab endpoint failures, data-contract questions and agent usability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0"/>
            <a:ext cx="12191695" cy="54864"/>
          </a:xfrm>
          <a:prstGeom prst="rect">
            <a:avLst/>
          </a:prstGeom>
          <a:solidFill>
            <a:srgbClr val="00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728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Summary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023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DDE8F4"/>
                </a:solidFill>
                <a:latin typeface="Calibri"/>
              </a:rPr>
              <a:t>Today, the official Catalyst Center MCP is a strong READ/assurance surface for switching — inventory, interfaces, VLANs, running-config, health, compliance, lifecycle.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DDE8F4"/>
                </a:solidFill>
                <a:latin typeface="Calibri"/>
              </a:rPr>
              <a:t>The only write action on 2.3.7.11 is compliance remediation; all other switching changes are not yet exposed.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00BCEB"/>
                </a:solidFill>
                <a:latin typeface="Calibri"/>
              </a:rPr>
              <a:t>Use it now for troubleshooting, audit, and compliance; drive config-change enhancements through PM.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600" b="0">
                <a:solidFill>
                  <a:srgbClr val="C9DAEE"/>
                </a:solidFill>
                <a:latin typeface="Calibri"/>
              </a:rPr>
              <a:t>Deliverables: capability matrix · client-agnostic switching playbook · this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Catalyst Center MCP — Switching Management  |  Technical Marketing  |  Lab evidence: CatC 2.3.7.11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35A6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